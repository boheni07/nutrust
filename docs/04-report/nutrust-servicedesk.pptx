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88" d="100"/>
          <a:sy n="188" d="100"/>
        </p:scale>
        <p:origin x="518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nuTrust ServiceDesk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</a:rPr>
              <a:t>티켓 기반 요청 관리를 통한 고객 신뢰 구축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기간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2026-04-07 ~ 2026-04-08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11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방법론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118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PDCA  (PM → Plan → Design → Do → Check → 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최종 Match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~95%  (</a:t>
            </a:r>
            <a:r>
              <a:rPr sz="1400" b="0" i="0" dirty="0" err="1">
                <a:solidFill>
                  <a:srgbClr val="FFFFFF"/>
                </a:solidFill>
              </a:rPr>
              <a:t>서비스</a:t>
            </a:r>
            <a:r>
              <a:rPr sz="1400" b="0" i="0" dirty="0">
                <a:solidFill>
                  <a:srgbClr val="FFFFFF"/>
                </a:solidFill>
              </a:rPr>
              <a:t>)  /  100%  (</a:t>
            </a:r>
            <a:r>
              <a:rPr sz="1400" b="0" i="0" dirty="0" err="1">
                <a:solidFill>
                  <a:srgbClr val="FFFFFF"/>
                </a:solidFill>
              </a:rPr>
              <a:t>도메인</a:t>
            </a:r>
            <a:r>
              <a:rPr sz="14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성공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00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 / 6  (100%)  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왜 만들었나 — 고객 페인포인트 &amp; 시장 공백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12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무엇을 만들었나 — 3역할 플랫폼 &amp; 핵심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90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PDCA 여정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37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어떻게 만들었나 — PM → Plan → Design → Do → Check → 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58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구현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얼마나 만들었나 — 95파일 / 46 API / 16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7365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817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품질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83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얼마나 잘 만들었나 — Match Rate 86% → 95% → 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559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</a:rPr>
              <a:t>교훈 &amp; 스택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무엇을 배웠나 — 8가지 교훈 + 기술 스택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고객 페인포인트 &amp; 시장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</a:rPr>
              <a:t>고객 페인포인트 3가지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30352" cy="3703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5720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691640"/>
            <a:ext cx="6382512" cy="3703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37360"/>
            <a:ext cx="630936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91640"/>
            <a:ext cx="4306824" cy="3703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1737360"/>
            <a:ext cx="4233672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영향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80260"/>
            <a:ext cx="530352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125979"/>
            <a:ext cx="45720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080260"/>
            <a:ext cx="6382512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2125979"/>
            <a:ext cx="630936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요청 추적 불가 — 이메일/전화/메신저 분산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080260"/>
            <a:ext cx="4306824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125979"/>
            <a:ext cx="4233672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60~70% 재문의 발생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68880"/>
            <a:ext cx="530352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514600"/>
            <a:ext cx="45720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2468880"/>
            <a:ext cx="6382512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2514600"/>
            <a:ext cx="630936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처리 과정 불투명 — '블랙박스' 경험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468880"/>
            <a:ext cx="4306824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2514600"/>
            <a:ext cx="4233672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NPS 20~30점 하락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57500"/>
            <a:ext cx="530352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2903220"/>
            <a:ext cx="45720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2857500"/>
            <a:ext cx="6382512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2903220"/>
            <a:ext cx="6309360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완료 기준 불일치 — 일방적 완료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857500"/>
            <a:ext cx="4306824" cy="3703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52360" y="2903220"/>
            <a:ext cx="4233672" cy="2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재문의율 25~35%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</a:rPr>
              <a:t>시장 공백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86200"/>
            <a:ext cx="226771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경쟁사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886200"/>
            <a:ext cx="5010912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8892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문제점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886200"/>
            <a:ext cx="3941064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8120" y="3931920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nuTrust 차별점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43400"/>
            <a:ext cx="2267712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389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ServiceNow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343400"/>
            <a:ext cx="5010912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889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도입 3~6개월, 과도하게 비쌈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343400"/>
            <a:ext cx="3941064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4389120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0600"/>
            <a:ext cx="226771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Zendesk/Freshdesk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800600"/>
            <a:ext cx="501091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8892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고객 승인 워크플로우 약함, 한국어 부족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800600"/>
            <a:ext cx="3941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8120" y="4846320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5257800"/>
            <a:ext cx="2267712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nuTrust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5257800"/>
            <a:ext cx="5010912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8892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적정 가격 + 고객 승인 기반 차별화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257800"/>
            <a:ext cx="3941064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18120" y="5303520"/>
            <a:ext cx="3867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50~500명 한국 중견기업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02. 솔루션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고객 승인 기반 서비스 완결성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40AF"/>
                </a:solidFill>
              </a:rPr>
              <a:t>핵심 가치: 고객이 직접 결과를 확인·승인하는 구조로 신뢰를 체계적으로 구축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5661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고객 포털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티켓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실시간 상태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941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결과 승인/반려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696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CSAT 평가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194560"/>
            <a:ext cx="356616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2240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담당자 대시보드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697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배정 티켓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18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처리계획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941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내부메모 소통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96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상태 전환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194560"/>
            <a:ext cx="3566160" cy="502920"/>
          </a:xfrm>
          <a:prstGeom prst="rect">
            <a:avLst/>
          </a:prstGeom>
          <a:solidFill>
            <a:srgbClr val="036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관리자 콘솔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697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SLA 모니터링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218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팀 성과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941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프로젝트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6966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보고서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성공 기준 (SC)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4681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CSAT ≥ 4.0/5.0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44068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54681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SLA ≥ 95%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44068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54681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승인율 ≥ 85%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544068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54681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재문의율 ≤ 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03. PDCA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2일간의 전체 개발 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PRD 작성
4개 에이전트
병렬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67712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13432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SC 6개 확정
MVP 범위
합의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9664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9664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4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15384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아키텍처 3안
Option C
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71616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1616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17336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8 모듈 구현
95파일
~3,000 LOC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19288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Gap 분석
86%→91%
→95%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208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371600"/>
            <a:ext cx="1737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1965960"/>
            <a:ext cx="17373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21240" y="2011680"/>
            <a:ext cx="1645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수정 2회
SC 6/6 ✅
15/15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40AF"/>
                </a:solidFill>
              </a:rPr>
              <a:t>총 기간: 2일  (2026-04-07 ~ 2026-04-08)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810512" cy="316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617720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날짜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572000"/>
            <a:ext cx="3182112" cy="316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31720" y="4617720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세션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4572000"/>
            <a:ext cx="6227064" cy="316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32120" y="4617720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07280"/>
            <a:ext cx="18105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953000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04-07 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907280"/>
            <a:ext cx="31821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31720" y="4953000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PM + 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4907280"/>
            <a:ext cx="6227064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32120" y="4953000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PRD + Plan 문서 확정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242560"/>
            <a:ext cx="1810512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5288280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04-07 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5242560"/>
            <a:ext cx="3182112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31720" y="5288280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Design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5242560"/>
            <a:ext cx="6227064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32120" y="5288280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Option C + Design Anchor 확정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77840"/>
            <a:ext cx="18105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5623559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04-07 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5577840"/>
            <a:ext cx="31821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31720" y="5623559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5577840"/>
            <a:ext cx="6227064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532120" y="5623559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95파일 / 46 API / 16 UI 완성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913120"/>
            <a:ext cx="1810512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5958840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04-07~08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5913120"/>
            <a:ext cx="3182112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31720" y="5958840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Check+Act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5913120"/>
            <a:ext cx="6227064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32120" y="5958840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86% → 91.2% → 95%, SC 6/6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248400"/>
            <a:ext cx="18105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6294120"/>
            <a:ext cx="17373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04-08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6248400"/>
            <a:ext cx="3182112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331720" y="6294120"/>
            <a:ext cx="310896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ticket-machine 점검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6248400"/>
            <a:ext cx="6227064" cy="3169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32120" y="6294120"/>
            <a:ext cx="615391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G-01 수정, 100% Match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1 — PM &amp;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PRD 자동 생성 + SC 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PM 에이전트 팀 병렬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pm-lead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오케스트레이터 — 4개 에이전트 조율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pm-discovery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395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기회 발견 — OST (Opportunity Solution Tree)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71215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3522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pm-strategy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962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전략 분석 — JTBD 6-Part + Lean Canvas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50215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pm-research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29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시장 조사 — 3 페르소나 + 5 경쟁사 + TAM/SAM/SOM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pm-prd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09651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PRD 종합 — 8섹션 PRD 자동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Success Criteria 6개 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91640"/>
            <a:ext cx="621792" cy="6609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737360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1691640"/>
            <a:ext cx="2176272" cy="6609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6600" y="1737360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691640"/>
            <a:ext cx="2450592" cy="6609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737360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구현 방식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370908"/>
            <a:ext cx="6217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416628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370908"/>
            <a:ext cx="217627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86600" y="2416628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상태 머신 전체 흐름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370908"/>
            <a:ext cx="24505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2416628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XState 5, 9 states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050177"/>
            <a:ext cx="6217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095897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3050177"/>
            <a:ext cx="217627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86600" y="3095897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SLA 4근무시간 자동 접수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050177"/>
            <a:ext cx="24505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81160" y="3095897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비즈니스 캘린더 + Cron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29445"/>
            <a:ext cx="6217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775165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729445"/>
            <a:ext cx="217627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86600" y="3775165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연기 3중 가드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729445"/>
            <a:ext cx="24505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81160" y="3775165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횟수 / 상태 / 날짜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408714"/>
            <a:ext cx="6217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4454434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4408714"/>
            <a:ext cx="217627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86600" y="4454434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파일 첨부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4408714"/>
            <a:ext cx="24505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81160" y="4454434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S3 presigned URL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087982"/>
            <a:ext cx="6217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520" y="5133702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5087982"/>
            <a:ext cx="217627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86600" y="5133702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RBAC 3역할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5087982"/>
            <a:ext cx="2450592" cy="6609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81160" y="5133702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미들웨어 기반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767251"/>
            <a:ext cx="6217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5812971"/>
            <a:ext cx="5486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SC-6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5767251"/>
            <a:ext cx="217627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086600" y="5812971"/>
            <a:ext cx="210312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이메일 알림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5767251"/>
            <a:ext cx="2450592" cy="6609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81160" y="5812971"/>
            <a:ext cx="2377440" cy="587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7개 템플릿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2 —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아키텍처 3안 비교 → Option C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353312" cy="493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2801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0" y="1280160"/>
            <a:ext cx="1810512" cy="493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19" y="1325880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A: Monolithic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80160"/>
            <a:ext cx="1810512" cy="493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325880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B: Clean/DDD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2724912" cy="493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1325880"/>
            <a:ext cx="26517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C: Feature-based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92224"/>
            <a:ext cx="13533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37943"/>
            <a:ext cx="12801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파일 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792224"/>
            <a:ext cx="18105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74519" y="1837943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~40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792224"/>
            <a:ext cx="18105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1837943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~80+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792224"/>
            <a:ext cx="27249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1837943"/>
            <a:ext cx="26517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~55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04287"/>
            <a:ext cx="13533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350007"/>
            <a:ext cx="12801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복잡도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304287"/>
            <a:ext cx="18105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74519" y="2350007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304287"/>
            <a:ext cx="18105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2350007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304287"/>
            <a:ext cx="27249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32120" y="2350007"/>
            <a:ext cx="26517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16351"/>
            <a:ext cx="13533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862071"/>
            <a:ext cx="12801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유지보수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2816351"/>
            <a:ext cx="18105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74519" y="2862071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816351"/>
            <a:ext cx="18105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03320" y="2862071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816351"/>
            <a:ext cx="2724912" cy="4937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32120" y="2862071"/>
            <a:ext cx="26517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28415"/>
            <a:ext cx="13533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3374135"/>
            <a:ext cx="12801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MVP 속도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3328415"/>
            <a:ext cx="18105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74519" y="3374135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Fast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328415"/>
            <a:ext cx="18105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03320" y="3374135"/>
            <a:ext cx="17373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328415"/>
            <a:ext cx="2724912" cy="493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2120" y="3374135"/>
            <a:ext cx="26517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Balanced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77639"/>
            <a:ext cx="7772400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0233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선택 이유: MVP 속도와 장기 유지보수의 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Design Anchor 확정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1737360"/>
            <a:ext cx="1371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0768" y="181051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Primary Color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18288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#2563EB  Trust Blue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2331720"/>
            <a:ext cx="1371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0768" y="240487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Typography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2423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Pretendard (KO) + Inter (EN)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926080"/>
            <a:ext cx="1371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30768" y="299923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30175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Sidebar(256px) + Content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3520440"/>
            <a:ext cx="1371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0768" y="359359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Card Radius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36118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rounded-lg (8px)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4114800"/>
            <a:ext cx="1371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0768" y="418795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전문적·신뢰감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핵심 설계 결정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074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XState 5 + 서버 사이드 validateTransition() 이중 구조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486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9-state 티켓 머신 (REGISTERED → CLOSED)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897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연기 3중 가드 (횟수 / 상태 / 날짜)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309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NextAuth.js v5 미들웨어 기반 RBAC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3 — Do: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8 모듈 순차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353312" cy="57099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모듈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280160"/>
            <a:ext cx="2450592" cy="57099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19" y="1325880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56432" cy="57099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325880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주요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69439"/>
            <a:ext cx="135331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15159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869439"/>
            <a:ext cx="245059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74519" y="1915159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인프라 + 도메인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69439"/>
            <a:ext cx="345643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915159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schema.prisma, machine.ts, auth.ts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8720"/>
            <a:ext cx="135331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504439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458720"/>
            <a:ext cx="245059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19" y="2504439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티켓 CRUD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458720"/>
            <a:ext cx="345643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2504439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tickets/route.ts, [id]/route.ts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47999"/>
            <a:ext cx="135331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093719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047999"/>
            <a:ext cx="245059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74519" y="3093719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상태 전환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047999"/>
            <a:ext cx="345643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3093719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accept, start, complete, assign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37279"/>
            <a:ext cx="135331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683000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3637279"/>
            <a:ext cx="245059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74519" y="3683000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승인/연기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637279"/>
            <a:ext cx="345643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3683000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approve, reject, postpone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26560"/>
            <a:ext cx="135331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272279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226560"/>
            <a:ext cx="245059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74519" y="4272279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소통/파일/CSAT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226560"/>
            <a:ext cx="345643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43400" y="4272279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comments, history, upload, csat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15839"/>
            <a:ext cx="135331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861559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4815839"/>
            <a:ext cx="245059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74519" y="4861559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관리자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815839"/>
            <a:ext cx="345643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61559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clients, projects, teams, sla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405120"/>
            <a:ext cx="135331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5450840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5405120"/>
            <a:ext cx="245059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874519" y="5450840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대시보드/크론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5405120"/>
            <a:ext cx="3456432" cy="570991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43400" y="5450840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dashboard, reports, cron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994400"/>
            <a:ext cx="135331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040120"/>
            <a:ext cx="128016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module-8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5994400"/>
            <a:ext cx="245059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874519" y="6040120"/>
            <a:ext cx="2377440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UI 16페이지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5994400"/>
            <a:ext cx="3456432" cy="570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3400" y="6040120"/>
            <a:ext cx="3383279" cy="497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portal / agent / admin 레이아웃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구현 중 해결한 이슈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9" y="1737360"/>
            <a:ext cx="4023360" cy="457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46720" y="17556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문제: Prisma 7 Breaking Change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79" y="2194560"/>
            <a:ext cx="4023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46720" y="22128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해결: v6 다운그레이드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2788920"/>
            <a:ext cx="4023360" cy="457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20" y="28072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문제: XState 5 타입 오류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3246120"/>
            <a:ext cx="4023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0" y="32644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해결: 정적 context 객체 패턴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5279" y="3840479"/>
            <a:ext cx="4023360" cy="457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46720" y="385876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문제: Route Group 경로 충돌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79" y="4297679"/>
            <a:ext cx="4023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0" y="431596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해결: role prefix 추가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79" y="4892040"/>
            <a:ext cx="4023360" cy="457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46720" y="491032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문제: 접수 2단계 UX 문제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55279" y="5349240"/>
            <a:ext cx="4023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46720" y="5367527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해결: ACCEPT+START 통합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티켓 상태 머신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XState 5 기반 9-State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44475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REGISTERED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44475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37160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44475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IN_PROGRESS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92608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99923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DELAYED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48056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55371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COMPLETION_REQUESTED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37160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44475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POSTPONEMENT_REQUESTED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4480560"/>
            <a:ext cx="21031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55371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5852160"/>
            <a:ext cx="21031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5925312"/>
            <a:ext cx="21031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8048" y="195783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64748B"/>
                </a:solidFill>
              </a:rPr>
              <a:t>ACCEPT / AUTO_ACCEPT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9792" y="1600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REQUEST_COMPLETION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2048" y="192125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64748B"/>
                </a:solidFill>
              </a:rPr>
              <a:t>REQUEST_POSTPONEMENT
(3-guard)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794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5952" y="42407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REJECT → IN_PROGRESS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64748B"/>
                </a:solidFill>
              </a:rPr>
              <a:t>APPROVE_POSTPONEMENT
→ IN_PROGRESS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SUBMIT_CSAT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9984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40AF"/>
                </a:solidFill>
              </a:rPr>
              <a:t>3-guard 연기 조건:  ① postponementCount &lt; 1  ②  status ≠ DELAYED  ③  now &lt; plannedDueDate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4 — Check &amp;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Gap 분석 → 2회 반복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353312" cy="484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라운드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280160"/>
            <a:ext cx="1170432" cy="484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19" y="1325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Overall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80160"/>
            <a:ext cx="1170432" cy="484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39" y="1325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Structural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1170432" cy="484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325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Functional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59" y="1280160"/>
            <a:ext cx="987552" cy="484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79" y="1325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135331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828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Check-1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78308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74519" y="1828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86%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78308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63239" y="1828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88%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78308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59" y="1828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82%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59" y="1783080"/>
            <a:ext cx="98755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79" y="1828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89%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86000"/>
            <a:ext cx="135331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331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Act-1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2286000"/>
            <a:ext cx="117043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74519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91.2%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286000"/>
            <a:ext cx="117043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39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286000"/>
            <a:ext cx="117043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59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59" y="2286000"/>
            <a:ext cx="987552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40679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88920"/>
            <a:ext cx="135331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283463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Act-2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278892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74519" y="28346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~95%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78892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39" y="28346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788920"/>
            <a:ext cx="117043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51959" y="283463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59" y="2788920"/>
            <a:ext cx="987552" cy="4846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40679" y="283463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Act-1: 사용자 피드백 기반 수정 (5건)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1737360"/>
            <a:ext cx="50292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I-1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1746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"댓글 입력은 필수예요"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199339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→ TicketDetail 댓글 UI 추가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331720"/>
            <a:ext cx="50292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2423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I-2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234086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"첨부파일 선택도요"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25877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→ TicketForm 파일 업로드 추가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926080"/>
            <a:ext cx="50292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3017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I-3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"이건 못 쓰겠는데요"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31821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→ API 기반 드롭다운 교체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3520440"/>
            <a:ext cx="50292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3611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I-4/5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5295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PUT API 누락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37764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→ users/:id, sla-policies/:id route 추가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Act-2: 추가 요청 반영 (8건)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비인증 시 빈 화면 → middleware.ts 리다이렉트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416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SLA 카운트다운 배지 (초과/임박/정상)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8554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프로젝트/기간 필터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29437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관리자/담당자 설정 페이지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733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• approval / csat / clients / projects 모듈 분리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8640" y="62910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최종: SC 6/6  ✅  |  API 테스트 15/15 PASSED  |  Match Rate ~95%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00" y="410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5 — ticket-machine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도메인 레이어 독립 PDCA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810512" cy="4023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Axis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280160"/>
            <a:ext cx="1627632" cy="4023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13258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280160"/>
            <a:ext cx="3364992" cy="40233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13258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00784"/>
            <a:ext cx="181051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74650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Structural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00784"/>
            <a:ext cx="162763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7465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700784"/>
            <a:ext cx="336499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17465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4/4 파일 (machine, guards, types, index)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21408"/>
            <a:ext cx="181051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167127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Functional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121408"/>
            <a:ext cx="162763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31720" y="216712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97% → 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121408"/>
            <a:ext cx="336499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7639" y="216712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G-01 수정 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42032"/>
            <a:ext cx="181051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587751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542032"/>
            <a:ext cx="162763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31720" y="25877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542032"/>
            <a:ext cx="3364992" cy="40233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77639" y="258775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오류 코드 4개 완전 일치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62656"/>
            <a:ext cx="181051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008375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Overall 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2962656"/>
            <a:ext cx="162763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3008375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962656"/>
            <a:ext cx="3364992" cy="402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77639" y="300837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G-01 수정 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발견 이슈 G-01 (Minor)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77639"/>
            <a:ext cx="5303520" cy="457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99592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Before — 도달 불가 dead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24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REJECTED: { type: 'final' }   ← 어떤 전환도 이 state로 오지 않음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72000"/>
            <a:ext cx="530352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459028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After — 제거 (types.ts / schema.prisma는 유지)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18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REJECTED state 삭제 → XState 8개 도달 가능 상태만 유지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8158" y="1287218"/>
            <a:ext cx="43477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guards.ts 구현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8158" y="1744418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canRequestPostponement()  — 3중 조건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8158" y="2247338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canRequestCompletion()    — IN_PROGRESS / DELAYED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8158" y="2750258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canAccept()               — REGISTERED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8158" y="3253178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canApproveOrReject()      — COMPLETION_REQUESTED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8158" y="3756097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canRespondToPostponement()— POSTPONEMENT_REQUESTED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8158" y="4259018"/>
            <a:ext cx="4347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getPostponementRejectionReason()  — 상세 오류 메시지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Session 6 — 환경설정 &amp; 서비스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Docker PostgreSQL + 시드 → 정상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문제 → 해결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로그인 실패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3432"/>
            <a:ext cx="73152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DB 연결 오류 확인 (P1000)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9504"/>
            <a:ext cx="73152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935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PostgreSQL 미실행 확인 (port 5432 없음)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65576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511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Docker PostgreSQL 컨테이너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770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41648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873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prisma db push (스키마 적용)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531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npx tsx prisma/seed.ts (시드 데이터)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93792"/>
            <a:ext cx="73152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239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npm run dev → http://localhost:3000 정상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시드 데이터 &amp; 로그인 계정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37360"/>
            <a:ext cx="1261872" cy="42062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178308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737360"/>
            <a:ext cx="2724912" cy="42062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이메일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1737360"/>
            <a:ext cx="1444752" cy="42062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87000" y="1783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비밀번호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176272"/>
            <a:ext cx="126187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2221991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관리자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2176272"/>
            <a:ext cx="272491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22219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admin@servicedesk.com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2176272"/>
            <a:ext cx="144475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87000" y="22219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password123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615184"/>
            <a:ext cx="126187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2660903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매니저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2615184"/>
            <a:ext cx="272491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266090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manager@servicedesk.com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2615184"/>
            <a:ext cx="144475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87000" y="26609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password123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054096"/>
            <a:ext cx="126187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3099815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담당자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3054096"/>
            <a:ext cx="272491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43800" y="309981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agent1@servicedesk.com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3054096"/>
            <a:ext cx="1444752" cy="420623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87000" y="30998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password123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493008"/>
            <a:ext cx="126187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3538727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고객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79" y="3493008"/>
            <a:ext cx="272491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43800" y="353872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customer1@abc.com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3493008"/>
            <a:ext cx="1444752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87000" y="35387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password123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시드 결과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2개 고객사 (ABC제조, XYZ금융)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9651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5개 부서, 3개 담당 연락처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4041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4개 프로젝트, 5개 배정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58430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8명 사용자, 3개 SLA 정책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62819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3개 샘플 티켓 (IN_PROGRESS / REGISTERED / COMPLETION_REQUESTED)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최종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구현 규모 &amp; SC 달성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Source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9152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Lines of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API Endpoints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6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UI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DB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280160"/>
            <a:ext cx="1828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1325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</a:rPr>
              <a:t>Feature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Success Criteria 최종 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80"/>
            <a:ext cx="621792" cy="47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2971800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926080"/>
            <a:ext cx="2542032" cy="47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971800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Success Criteria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926080"/>
            <a:ext cx="896112" cy="47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2971800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926080"/>
            <a:ext cx="7141464" cy="47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2971800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증거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22468"/>
            <a:ext cx="62179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468188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3422468"/>
            <a:ext cx="254203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3468188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상태 머신 전체 흐름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3422468"/>
            <a:ext cx="89611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03320" y="3468188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422468"/>
            <a:ext cx="7141464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17720" y="3468188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XState 9 states + 15/15 API 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918857"/>
            <a:ext cx="62179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3964577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3918857"/>
            <a:ext cx="254203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43000" y="3964577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SLA 4근무시간 자동 접수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3918857"/>
            <a:ext cx="89611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03320" y="3964577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918857"/>
            <a:ext cx="7141464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17720" y="3964577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businessCalendar.ts + cron/route.ts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415245"/>
            <a:ext cx="62179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4460965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4415245"/>
            <a:ext cx="254203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43000" y="4460965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연기 3중 가드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415245"/>
            <a:ext cx="89611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03320" y="4460965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415245"/>
            <a:ext cx="7141464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617720" y="4460965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guards.ts + 3개 상세 오류 코드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911634"/>
            <a:ext cx="62179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4957354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7280" y="4911634"/>
            <a:ext cx="254203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43000" y="4957354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파일 첨부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4911634"/>
            <a:ext cx="89611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703320" y="4957354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4911634"/>
            <a:ext cx="7141464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617720" y="4957354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S3 presign + 댓글 첨부 + 다운로드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408022"/>
            <a:ext cx="62179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5453742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" y="5408022"/>
            <a:ext cx="254203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43000" y="5453742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RBAC 3역할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5408022"/>
            <a:ext cx="896112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03320" y="5453742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5408022"/>
            <a:ext cx="7141464" cy="478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17720" y="5453742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middleware.ts + requireAuth 전 API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904411"/>
            <a:ext cx="62179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" y="5950131"/>
            <a:ext cx="54864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SC-6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280" y="5904411"/>
            <a:ext cx="254203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143000" y="5950131"/>
            <a:ext cx="2468879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이메일 알림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5904411"/>
            <a:ext cx="896112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703320" y="5950131"/>
            <a:ext cx="822960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</a:rPr>
              <a:t>✅ Met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5904411"/>
            <a:ext cx="7141464" cy="47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617720" y="5950131"/>
            <a:ext cx="7068312" cy="40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7개 템플릿 (dev console fallback)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주요 교훈 &amp;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8가지 교훈 + 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주요 교훈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46504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Next.js Route Group 충돌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role prefix 필수 (/agent-dashboard)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13432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048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22575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Prisma 메이저 버전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6032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v6 고정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9504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98648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XState 5 Context 타입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3639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정적 context 객체 패턴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65576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5570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74720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미들웨어는 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1246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페이지 레벨 인증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41648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133087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50791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ACCEPT+START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8853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2단계 → 1 API로 UX 개선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7091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26864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Feature 모듈 분리 타이밍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646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MVP 후 안정화 시점에 분리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93792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2852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202936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Dead State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440679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Check 단계에서 발견·제거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69864"/>
            <a:ext cx="41148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861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779008"/>
            <a:ext cx="2377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DB 환경 코드화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601675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→ Docker Compose 권장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0AF"/>
                </a:solidFill>
              </a:rPr>
              <a:t>기술 스택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1737360"/>
            <a:ext cx="1810512" cy="520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0840" y="178308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1737360"/>
            <a:ext cx="2084831" cy="520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178308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0" y="1737360"/>
            <a:ext cx="1261872" cy="520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52760" y="178308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2275840"/>
            <a:ext cx="181051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232156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Framework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2275840"/>
            <a:ext cx="2084831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49640" y="232156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Next.js App Router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2275840"/>
            <a:ext cx="126187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52760" y="232156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16.2.2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814319"/>
            <a:ext cx="181051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20840" y="2860039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2814319"/>
            <a:ext cx="2084831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49640" y="2860039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PostgreSQL + Prisma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07040" y="2814319"/>
            <a:ext cx="126187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52760" y="2860039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16 + 6.19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3352800"/>
            <a:ext cx="181051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20840" y="3398519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State Machine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3352800"/>
            <a:ext cx="2084831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49640" y="3398519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XState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3352800"/>
            <a:ext cx="126187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652760" y="3398519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5.30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3891280"/>
            <a:ext cx="181051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720840" y="393700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UI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20" y="3891280"/>
            <a:ext cx="2084831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49640" y="393700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Tailwind + shadcn/ui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07040" y="3891280"/>
            <a:ext cx="126187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652760" y="393700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4.x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4429760"/>
            <a:ext cx="181051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20840" y="447548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Auth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4429760"/>
            <a:ext cx="2084831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49640" y="447548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NextAuth.js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07040" y="4429760"/>
            <a:ext cx="126187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652760" y="447548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v5 beta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75120" y="4968240"/>
            <a:ext cx="181051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720840" y="501396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Client State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3920" y="4968240"/>
            <a:ext cx="2084831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549640" y="501396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Zustand + TanStack Q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07040" y="4968240"/>
            <a:ext cx="126187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652760" y="501396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5.x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5506720"/>
            <a:ext cx="181051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720840" y="5552440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Forms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20" y="5506720"/>
            <a:ext cx="2084831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549640" y="5552440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react-hook-form + Zod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0" y="5506720"/>
            <a:ext cx="1261872" cy="52019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652760" y="5552440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7.x + 4.x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75120" y="6045200"/>
            <a:ext cx="181051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720840" y="6090919"/>
            <a:ext cx="1737360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Container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03920" y="6045200"/>
            <a:ext cx="2084831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549640" y="6090919"/>
            <a:ext cx="201167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Docker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07040" y="6045200"/>
            <a:ext cx="1261872" cy="520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652760" y="6090919"/>
            <a:ext cx="1188719" cy="44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29.2.1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프로젝트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</a:rPr>
              <a:t>nuTrust ServiceDesk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Match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1089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~95% (서비스)  /  100% (도메인)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30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7307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 / 6 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525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35254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2026-04-07 ~ 2026-04-08  (2일)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743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산출물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97433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95파일  /  ~3,000 LOC  /  46 API  /  16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96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AFE"/>
                </a:solidFill>
              </a:rPr>
              <a:t>핵심 가치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5961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고객 승인 기반 서비스 완결성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6217920"/>
            <a:ext cx="85313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6236208"/>
            <a:ext cx="8531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</a:rPr>
              <a:t>고객이 승인하는 서비스가 신뢰를 만든다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1815</Words>
  <Application>Microsoft Office PowerPoint</Application>
  <PresentationFormat>사용자 지정</PresentationFormat>
  <Paragraphs>480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Boheni</cp:lastModifiedBy>
  <cp:revision>2</cp:revision>
  <dcterms:created xsi:type="dcterms:W3CDTF">2013-01-27T09:14:16Z</dcterms:created>
  <dcterms:modified xsi:type="dcterms:W3CDTF">2026-04-08T00:11:34Z</dcterms:modified>
  <cp:category/>
</cp:coreProperties>
</file>